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754880" cy="475488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Manuel d'utilisation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Pages Libres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complet du site public et de l'espace d'administration — pour tous les rôles.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du 26 août 2026  •  lespageslibres.info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parties, du site public à l'usage quotidien de l'administration.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site public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page d'accueil, articles, recherche, catégories, météo, langue, mode sombre.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2148840"/>
            <a:ext cx="502920" cy="502920"/>
          </a:xfrm>
          <a:prstGeom prst="ellipse">
            <a:avLst/>
          </a:prstGeom>
          <a:solidFill>
            <a:srgbClr val="E4ECFD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2130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Accéder à l'administration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743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Connexion, première connexion, mot de passe oublié, les 4 rôles et leurs permissions.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2A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434840"/>
            <a:ext cx="502920" cy="502920"/>
          </a:xfrm>
          <a:prstGeom prst="ellipse">
            <a:avLst/>
          </a:prstGeom>
          <a:solidFill>
            <a:srgbClr val="E4ECF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416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L'administration au quotidien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articles, médiathèque, utilisateurs, publicités, statistiques, et plus.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4160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D2A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4434840"/>
            <a:ext cx="502920" cy="502920"/>
          </a:xfrm>
          <a:prstGeom prst="ellipse">
            <a:avLst/>
          </a:prstGeom>
          <a:solidFill>
            <a:srgbClr val="E4ECF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4416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Aide-mémoire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d'un article, qui peut faire quoi, questions fréquentes.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5029200" cy="50292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site public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de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4714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4714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mobile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554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8554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d'accueil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239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52395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article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623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6235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sur le site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6007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6007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archives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et sous-catégories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d'un auteur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44714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44714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météo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8554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48554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S'abonner à la newsletter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5239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52395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langue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623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56235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clair / mode sombre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6007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6007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À propos, Confidentialité, Conditions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générale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d'actualités disponible en trois langues : français, anglais et kreyòl ayisyen.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organisés par catégories : Politique, Économie, Société, Santé, International, Technologie, Sport, Insolite…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de recherche, une météo par ville, et une page dédiée à chaque auteur.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homepage-full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ordinateur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homepage-full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barre de navigation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visible, même en faisant défiler la page (elle reste « collée » en haut).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lien Accueil, et catégories — certaines ont des sous-catégories accessibles par un clic ou un survol.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de recherche, sélecteur de langue et mode sombre / clair (sur ordinateur).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mobile et tablette, un bouton menu (☰) ouvre le menu latéral.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bandeau « Dernières actualités » défile en continu juste sous la barre principale.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header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3560643"/>
            <a:ext cx="3121762" cy="1299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navigation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header-category-dropdown-desk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3142315"/>
            <a:ext cx="1925726" cy="9665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Sous-menu catégorie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mobile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téléphone ou tablette, l'icône ☰ ouvre un panneau qui glisse depuis la droite.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à la recherche, aux liens Accueil / Archives, et à la liste des catégories (dépliables).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 du site en bas du panneau.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langue et mode sombre / clair, regroupés dans un encadré bleu foncé.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mobile-menu-open-mob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1395282"/>
            <a:ext cx="3121762" cy="4460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navigation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mobile-menu-bottom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Réseaux, langue, thème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page d'accueil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d'alerte pour les articles « Breaking News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à la une, dernières actualités, et tendances (les plus consultés).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section par grande catégorie, avec un lien « Voir plus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latérale : recherche rapide, catégories, newsletter, météo, partage social.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homepage-scroll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234959"/>
            <a:ext cx="5541264" cy="2781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et tendances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un article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catégorie, auteur, date de publication et temps de lecture estimé.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couverture, résumé, puis corps de l'article et mots-clés (tags).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« Articles similaires » et boutons de partage vers les réseaux sociaux.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vers la page de l'auteur, listant tous ses articles publiés.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rticle-page-top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ordinateur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article-page-top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Rechercher sur le site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n'importe quelle page : l'icône loupe ouvre un champ de recherche instantanée (à partir de 3 caractères).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ouvre la page de résultats complète, avec pagination.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articles publiés apparaissent dans les résultats.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search-dropdown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instantanés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search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archives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tous les articles publiés du site.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rapide en haut de page, avec suggestions de sujets.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pour filtrer par date de publication, et pagination en bas de page.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rchive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ordinateur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archives-page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Catégories et sous-catégories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catégorie a sa propre page, listant uniquement ses articles.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outils de recherche et de filtre par date que la page Archives.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catégories ont des sous-catégories (ex. Société → Météo).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category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ordinateur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category-page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page d'un auteur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nom, titre / rôle et biographie (si renseignée).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d'articles publiés et total de vues cumulées.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d'inscription et liste de tous les articles publiés, avec recherche.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uthor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234959"/>
            <a:ext cx="5541264" cy="2781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auteur complète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météo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actuelles et prévisions pour une ville d'Haïti.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pour rechercher une autre ville.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liste de villes fréquentes pour un accès rapide.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weather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234959"/>
            <a:ext cx="5541264" cy="2781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météo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S'abonner à la newsletter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encadré newsletter est visible sur la page d'accueil et dans la barre latérale.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suffit de laisser son adresse e-mail pour recevoir les actualités du site.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sidebar-widg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9256" y="1298448"/>
            <a:ext cx="3375087" cy="4654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newsletter (barre latérale)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Changer de langue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sélecteur de langue permet de basculer entre Français, English et Kreyòl Ayisyen.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change immédiatement la langue de l'interface (menus, boutons).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des articles reste dans la langue dans laquelle il a été rédigé.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language-switcher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234959"/>
            <a:ext cx="5541264" cy="2781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langue ouvert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clair / mode sombre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soleil / lune bascule l'ensemble du site entre affichage clair et sombre.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est mémorisé pour les visites suivantes.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homepage-full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clair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dark-mode-desk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3142315"/>
            <a:ext cx="1925726" cy="9665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Contact, À propos, Confidentialité, Conditions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pages sont accessibles depuis le pied de page, en bas de chaque page.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formulaire (nom, e-mail, message) pour écrire à la rédaction.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confidentialité et Conditions d'utilisation : les mentions légales du site.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pied de page contient aussi les réseaux sociaux et les coordonnées de contact.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3341218" cy="51663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contact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42158"/>
            <a:ext cx="3121762" cy="15668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contact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421978" y="1188720"/>
            <a:ext cx="2145182" cy="5166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0" name="Image 1" descr="/home/claude/lpl_manual/images/contact-page-mob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2249778"/>
            <a:ext cx="1925726" cy="275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mobile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5029200" cy="50292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Accéder à l'espace d'administration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son profil (1ère connexion)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et leurs permissions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2412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L'espace d'administration n'est pas ouvert à l'inscription publique : chaque compte est créé par un administrateur.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connexion : lespageslibres.info/lpl-access-2026.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méthodes : e-mail et mot de passe fournis par l'administrateur, ou connexion avec Google.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89788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4EC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943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 disponible : cette page n'est visible qu'avant la connexion.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Première connexion : compléter son profil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2412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nouvellement créé reçoit un mot de passe générique temporaire.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première connexion, redirection automatique vers « Compléter votre profil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renseigner : nouveau mot de passe, nom complet, titre / fonction, courte biographie, et liens Twitter/X, LinkedIn, site web (facultatifs).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étape est obligatoire et ne s'affiche qu'une seule fois.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89788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4EC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943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 disponible : page visible uniquement à la toute première connexion.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 de passe oublié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2412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« Mot de passe oublié » sur la page de connexion permet de recevoir un e-mail de réinitialisation.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89788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4EC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943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 disponible : cette page n'est visible qu'avant la connexion.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rôles et leurs permissions</a:t>
            </a:r>
            <a:endParaRPr lang="en-US" sz="2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Peut faire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complet : articles, catégories, médias, publicités, utilisateurs, statistiques, journal d'audit, rapports, corbeille, paramètres.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 relecture, articles, médias, publicités, statistiques. Ne gère ni les utilisateurs, ni les catégories, ni les paramètres.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Rédacteur (writer)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propres articles (créer, modifier, publier directement), médias, statistiques.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Soumettre des articles à la relecture ; suivre ses soumissions. Ne publie jamais directement.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5029200" cy="50292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L'espace d'administration au quotidien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articles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4714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4714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médiathèque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554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8554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catégories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239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52395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623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6235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publicités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6007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6007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statistiques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journal d'audit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44714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44714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corbeille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8554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48554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paramètres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52395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52395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profil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6235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56235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articles (rédacteur)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60076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6007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soumissions (contributeur)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mise en page commune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de l'administration partagent la même structure.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menu latéral à gauche, adapté au rôle connecté.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barre supérieure : recherche rapide (parmi les articles), notifications, menu de profil (photo, nom, déconnexion).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dmin-layout-overview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latéral complet (vue administrateur)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page après connexion.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: articles publiés, brouillons, en relecture, programmés, archivés.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d'utilisateurs, de médias, et statistiques de vues.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dashboard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articles — statuts et liste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Brouillon → En relecture → Programmé / Publié → Archivé.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Articles (ou « Mes articles » / « Mes soumissions » selon le rôle) liste tous les articles concernés.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titre, filtres par statut / catégorie / sous-catégorie / auteur / date.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multiple pour supprimer plusieurs articles à la fois.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dmin-articles-list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articles avec filtres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ou modifier un article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Titre*, Résumé, Contenu* (éditeur enrichi), Tags, Catégorie* / Sous-catégorie.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Statut, date de publication, auteur, et options de mise en avant (À la une, Tendance, Suggestion, Breaking News).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couverture (médiathèque) et Meta description (SEO).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589788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E4EC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9436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Statut n'affiche que les valeurs autorisées par rôle : Contributeur → Brouillon/En relecture. Rédacteur → + Programmé/Publié (publication directe). Admin/Éditeur → + Archivé.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article-editor-form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229917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file de relecture (éditeur)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dédiée listant tous les articles en relecture.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éditeurs peuvent les approuver (→ publié ou programmé) ou les renvoyer en brouillon avec des commentaires.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editor-review-queu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relecture — tableau de bord éditeur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médiathèque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le menu Médias, ou directement depuis le formulaire d'article.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Téléverser une ou plusieurs images (glisser-déposer ou sélection de fichier).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et filtrer les médias ; sélection multiple pour suppression groupée.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Redimensionnement et compression automatiques ; détection des doublons.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media-library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Médiathèque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catégories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modifier et organiser les catégories et leurs sous-catégories.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catégorie contenant encore des sous-catégories ou des articles ne peut pas être supprimée tant qu'elle n'est pas vidée.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multiple pour supprimer plusieurs catégories vides à la fois.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categorie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utilisateurs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tous les comptes de l'équipe éditoriale : rôle, statut, actions.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Ajouter un utilisateur » : nom, e-mail, mot de passe temporaire, rôle, champs de profil optionnels.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déplace le compte dans la corbeille — pas immédiatement définitive.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supprimer son propre compte administrateur par ce biais.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3341218" cy="493776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user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871195"/>
            <a:ext cx="3121762" cy="17374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31217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utilisateurs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421978" y="1417320"/>
            <a:ext cx="2145182" cy="49377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2" name="Image 1" descr="/home/claude/lpl_manual/images/add-user-dialog-desk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706" y="3204019"/>
            <a:ext cx="1925726" cy="10717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31706" y="5952744"/>
            <a:ext cx="1925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utilisateur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publicités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Éditeur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emplacements publicitaires : bannières, blocs texte, diaporamas d'images.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destination, période d'activité (dates de début/fin), placement, statut.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ad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publicités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statistiques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aux administrateurs, éditeurs et rédacteurs.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les performances des articles : vues, tendances.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catégorie ou par auteur selon le rôle.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analytic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statistiques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journal d'audit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toutes les actions sensibles : création, modification, suppression, changement de rôle…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utilisateur concerné et détail de chaque action.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retracer l'historique en cas de question ou de problème.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audit-log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rapports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et exports pour le suivi éditorial.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les articles programmés à venir.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report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rapports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corbeille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tout ce qui a été supprimé (articles, utilisateurs, médias, catégories) sans effacement définitif.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: remet l'élément à sa place. Supprimer définitivement : effacement permanent et irréversible.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multiple ; les éléments non restaurés sont effacés automatiquement après un certain délai.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897880"/>
            <a:ext cx="4892040" cy="502920"/>
          </a:xfrm>
          <a:prstGeom prst="roundRect">
            <a:avLst>
              <a:gd name="adj" fmla="val 10909"/>
            </a:avLst>
          </a:prstGeom>
          <a:solidFill>
            <a:srgbClr val="E4EC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9436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article supprimé n'apparaît plus nulle part sur le site public — ni listes, ni recherche, ni total d'articles/vues de son auteur.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11" name="Image 0" descr="/home/claude/lpl_manual/images/trash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Corbeille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paramètres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99339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générale du site, organisée en onglets :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 (informations du site), SEO (référencement).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(envois automatiques), Sécurité (options liées aux comptes).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settings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paramètres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profil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8920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le menu de profil en haut à droite.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photo, nom, biographie, réseaux sociaux et mot de passe.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à tout moment, pas seulement à la première connexion.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188720"/>
            <a:ext cx="5760720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7" name="Image 0" descr="/home/claude/lpl_manual/images/profile-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083613"/>
            <a:ext cx="5541264" cy="3083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profil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articles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rédacteur voit uniquement ses propres articles dans « Mes articles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en créer un nouveau via « Nouvel article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désormais choisir Publié directement — pas besoin qu'un éditeur valide au préalable.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aussi laisser en Brouillon, En relecture, ou Programmer la publication.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writer-dashboard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rédacteur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soumissions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98448" y="914400"/>
            <a:ext cx="1773936" cy="274320"/>
          </a:xfrm>
          <a:prstGeom prst="roundRect">
            <a:avLst>
              <a:gd name="adj" fmla="val 20000"/>
            </a:avLst>
          </a:prstGeom>
          <a:solidFill>
            <a:srgbClr val="E4ECF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914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892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contributeur suit l'état de ses propositions dans « Mes soumissions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 une nouvelle proposition via « Soumettre un article ».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peut jamais publier directement : le champ Statut ne propose que Brouillon et En relecture.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administrateur ou un éditeur approuve ensuite la soumission pour la publier.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7607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38100" dir="5400000">
              <a:srgbClr val="1D2A3A">
                <a:alpha val="14000"/>
              </a:srgbClr>
            </a:outerShdw>
          </a:effectLst>
        </p:spPr>
      </p:sp>
      <p:pic>
        <p:nvPicPr>
          <p:cNvPr id="9" name="Image 0" descr="/home/claude/lpl_manual/images/contributor-dashboard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2197913"/>
            <a:ext cx="5541264" cy="30839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6168" y="5952744"/>
            <a:ext cx="5541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contributeur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5029200" cy="50292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Aide-mémoire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statuts d'un article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873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0873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faire quoi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370332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fréquentes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statuts d'un article</a:t>
            </a:r>
            <a:endParaRPr lang="en-US" sz="2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publiquement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Brouillon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 de rédaction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relecture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 de validation par un éditeur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(pas encore)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automatique à une date future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par tous les visiteurs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Retiré de la mise en avant, conservé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peut faire quoi</a:t>
            </a:r>
            <a:endParaRPr lang="en-US" sz="2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600200"/>
                <a:gridCol w="1600200"/>
                <a:gridCol w="1600200"/>
                <a:gridCol w="1600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Créer/modifier ses propres articles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(soumission)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Publier un article directement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(ses articles)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Valider/renvoyer un article en relecture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la médiathèque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les publicités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Voir les statistiques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les catégories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les utilisateurs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Consulter le journal d'audit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Consulter les rapports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la corbeille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les paramètres du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AB4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fréquentes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D2A3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538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trouve pas un article que je viens de supprimer, où est-il 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Corbeille (administrateur uniquement), tant qu'il n'a pas été supprimé définitivement.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D2A3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4538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mon article n'apparaît-il pas sur le site public 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18013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son statut : seuls les articles Publiés sont visibles. Un article Programmé ne devient visible qu'à la date choisie.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D2A3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87121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oublié mon mot de passe.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21868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le lien « Mot de passe oublié » sur la page de connexion (Partie 2).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D2A3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87121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viens de recevoir un compte, que dois-je faire 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21868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D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Connectez-vous avec les identifiants fournis ; vous serez invité à changer votre mot de passe et compléter votre profil (Partie 2).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45752" y="647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Libres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D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D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toute question non couverte ici, contactez votre administrateur.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lespageslibres.info  •  Manuel d'utilisation  •  26 août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2026-08-26T21:03:40Z</dcterms:created>
  <dcterms:modified xsi:type="dcterms:W3CDTF">2026-08-26T21:03:40Z</dcterms:modified>
</cp:coreProperties>
</file>